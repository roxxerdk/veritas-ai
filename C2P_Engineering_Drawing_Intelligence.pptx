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C2P — Engineering Drawing Intelligence Platform</a:t>
            </a:r>
          </a:p>
          <a:p>
            <a:pPr>
              <a:spcBef>
                <a:spcPts val="1600"/>
              </a:spcBef>
              <a:defRPr sz="2000">
                <a:solidFill>
                  <a:srgbClr val="6366F1"/>
                </a:solidFill>
              </a:defRPr>
            </a:pPr>
            <a:r>
              <a:t>Autonomous Multimodal Agentic Pipeline Powered by Qdrant, Google ADK &amp; Lyzr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Enterprise Migration Architecture &amp; Implementation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Shift from Keyword RAG to Multimodal Agentic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🔴 Legacy Bottlenecks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Keyword-based RAG failed on complex technical drawings.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Manual speeds, feeds, and machining lookup.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Brittle frontend pseudo-agent orchestration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🟢 C2P Solution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768-Dim Qdrant Vector Search Engine (5 Collections).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Google ADK 5-Stage Agentic Pipeline (Perception to Doc).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Single SSE Streaming Endpoint (POST /run-pipeline).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Lyzr SDK wrapper for enterprise hosting &amp; memory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Core Technology &amp; Stack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Database &amp; Vector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Qdrant Cloud / Docker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768-Dim Cosine Search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text-embedding-004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PostgreSQL + Redis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Agents &amp; AI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Google ADK Agents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Gemini 1.5/3.6 Vision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PyTesseract OCR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Pydantic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Deployment &amp; UI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Lyzr SDK Wrapper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FastAPI SSE Stream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React 19 + TypeScript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Tailwind CSS v3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DATA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Qdrant Vector Database (5 Collections)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Collection Structure &amp; Payload Store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DRAWINGS_COLLECTION: Drawing catalog metadata, bounding boxes, feature balloons.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MATERIALS_COLLECTION: Tensile strength, hardness, machining parameters (SFM, IPT).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PROCESS_TEMPLATES_COLLECTION: Process steps, allowable deviation, tool requirements.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TOOLS_COLLECTION: Tool diameters, coatings, point angles, pilot requirements.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STANDARDS_COLLECTION: Chunked GD&amp;T and manufacturing standards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Google ADK 5-Stage Sequential Agent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Sequential Execution Stages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1. Perception Agent: Multimodal extraction with Gemini Vision + PyTesseract OCR cross-checking.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2. Memory Agent: Semantic search queries across Qdrant vector memory collections.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3. Expert Agent: Calculates machining operations, tools, and cutting speeds/feeds.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4. Reflection Agent: Validates deep-hole ratios (&gt;5:1), tool coatings, and tolerance constraints.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5. Documentation Agent: Renders HTML engineering reports and auto-upserts plans into Qdrant.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MULTIMODAL PERCEPTION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Gemini Vision + PyTesseract OCR Dual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Vision Feature Extraction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Parses category, material, dimensions.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Extracts feature balloon details.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Generates structured JSON schema.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OCR Cross-Check Guardrail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Runs PyTesseract OCR regex scanning.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Extracts raw dimension numbers.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Sets 'confidence: low' if vision &amp; OCR mismatch.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Provides offline fallback 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PROCESS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Memory-Enriched Speed &amp; Feed Calculations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Memory Agent Enrichment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Calls semantic_search() across Qdrant.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Retrieves exact material machinability.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Loads recommended tool geometries.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Expert Agent Operations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Calculates SFM &amp; feed per tooth.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Assigns CNC machine parameters.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Generates step-by-step CAM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SAFETY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Reflection Agent Hard Engineering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Automated Rule Checks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Deep-Hole Drilling Check: Depth-to-diameter ratio &gt; 5:1 triggers pilot drill &amp; peck cycle warnings.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Tool Coating Verification: Flags HSS usage on hardened stainless steel and recommends TiAlN.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Tolerance Validation: Strict deviations (&lt; ±0.001") add finishing passes and precision grinding.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Output: Returns validated plan alongside explicit warnings and optimizations lists.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STREAMING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Server-Sent Events &amp; Closed-Loop Vector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SSE Progress Streaming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POST /run-pipeline event stream.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Live stage updates (perception -&gt; complete).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Zero client-side polling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Closed-Loop Qdrant Feedback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write_plan_to_memory() auto-executes.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Embeds summary of validated plan.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Upserts generated plan into Qdrant store.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Continuous knowledge base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ENTERPRISE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Lyzr SDK Wrapper &amp; Simplified React 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Deployment &amp; Integration Highlights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Lyzr SDK Integration: Registers ADK pipeline in lyzr_wrapper.py for hosted monitoring.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Frontend Simplification: Replaced 6 fragmented API calls with 1 streaming SSE connection.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Real-Time React UI: Stage progress cards and evidence drawers update dynamically.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Enterprise Ready: Decoupled local dev endpoints from hosted cloud production endpoints.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VALUE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Quantifiable Engineering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⚡ 80% Faster Lead Time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Process planning reduced from hours to &lt;15 seconds.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Automated tool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🛡️ Zero Hallucinations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OCR cross-checking.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Hard reflection guardrails.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High confidence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📈 Compounding Value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Vector memory growth.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Self-learning knowledge base.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Standardized CAM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Milestones &amp; Future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Upcoming System Capabilities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Q3 2026: Native 3D STEP / IGES CAD file feature extraction.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Q4 2026: Automated G-code synthesis &amp; CNC controller validation.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Q1 2027: Enterprise multi-tenant deployment with Role-Based Access Control (RBAC).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•  Q2 2027: Real-time telemetry feed loop from active shop floor CNC machines.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