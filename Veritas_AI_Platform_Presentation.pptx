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Veritas AI — Enterprise Self-Correcting RAG Platform</a:t>
            </a:r>
          </a:p>
          <a:p>
            <a:pPr>
              <a:spcBef>
                <a:spcPts val="1600"/>
              </a:spcBef>
              <a:defRPr sz="2000">
                <a:solidFill>
                  <a:srgbClr val="A855F7"/>
                </a:solidFill>
              </a:defRPr>
            </a:pPr>
            <a:r>
              <a:t>Multi-Agent LangGraph Orchestration with Qdrant, PostgreSQL &amp; React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Production Architectural Deck &amp;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Zero-Hallucination Grounded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🔴 Traditional Chatbot Limits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Single-prompt generation leads to hallucinations.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No verification loop to validate source facts.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Opaque black-box responses without line-level citations.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🟢 Veritas AI Solution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7-Agent LangGraph Self-Correcting Workflow.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Hybrid Reciprocal Rank Fusion (Qdrant + Postgres).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Interactive Footnote Citations [1], [2] with Page Snippets.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Transparent Evidence Workspace &amp; Real-Time System Traces.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Full-Stack Technology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Frontend SPA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React 19 + TypeScript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Vite + Tailwind CSS v3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TanStack React Query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3-Panel Glassmorphism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Backend API &amp; Agents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FastAPI + Pydantic v2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LangGraph Agent Graph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Dual LLM: Gemini + Ollama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OAuth2 JWT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Data Infrastructure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Qdrant Vector Database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BAAI/bge-small Embeddings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PostgreSQL Relational DB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Redis Execution Cache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LANGGRAPH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 Specialized Self-Correcting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Sequential Agent Operations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1. Query Understanding Agent: Classifies query intent and extracts search keywords.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2. Hybrid Retrieval Agent: Performs RRF search across Qdrant vector store &amp; PostgreSQL.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3. Context Evaluation Agent: Grades retrieved text chunks for true semantic relevance.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4. Query Rewrite Agent: Reformulates search query if retrieved context is insufficient.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5. Response Generation Agent: Synthesizes structured markdown answer grounded in facts.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6. Reflection &amp; Verification Agents: Checks for hallucinations &amp; assigns confidence scores.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7. Citation Agent: Maps inline footnote tags [1] to exact document page snippets.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LLM ROUTING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Cloud &amp; Offline CPU Execution Flexibility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☁️ Cloud Mode: Google Gemini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Gemini 3.6 Flash / Flash-Lite API integration.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High-speed generation for cloud deployments.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Automatic quota &amp; rate limit error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💻 Local Mode: Offline Ollama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Ollama Integration (qwen2.5-coder:1.5b / llama3.2).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100% offline, CPU-friendly execution.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Zero cloud cost &amp; complete data privacy.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DOCUMENT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Automated Multistage Ingestion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Ingestion Progression Steps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Upload &amp; Checksum Verification: SHA-256 calculation to prevent duplicate file storage.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Parsing &amp; Layout Cleanup: Supports PDF, DOCX, TXT, and Markdown files.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Recursive Chunking: Splits text into semantic blocks while preserving page numbers.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Dense Vector Embedding: Generates embeddings via BAAI/bge-small-en-v1.5 model.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Qdrant Indexing &amp; Polling: Updates progress in real time via GET /documents/{id}/status.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Glassmorphic Three-Panel RAG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Left Sidebar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Control Dashboard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Agent Chat Navigation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Settings &amp; System Logs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Session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Center Chat Console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Formatted Markdown Thread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Clickable Inline Badges [1]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Thumbs Up/Down Feedback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Real-time Loading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Right Evidence Panel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Grounding Context Tab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Source Snippets &amp; Pages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Confidence Rating %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Agent Execution Trace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VERIFICATION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Interactive Citations &amp; Grounding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Grounding Mechanics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In-Text Footnotes: Every claim includes a clickable badge like [1] or [2].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Auto-Scroll Focus: Clicking a badge opens the Evidence Panel and scrolls directly to the source card.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Snippet Transparency: Displays exact file name, page number, and paragraph quote.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Confidence Rating: Displays overall verification percentage (e.g. High Confidence 94%).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Real-Time LangGraph System Execution Trace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Agent Execution Checklist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✓ Query Understanding (124 ms): Intent: search_query, extracted keywords.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✓ Hybrid Retrieval (281 ms): Fetched candidate chunks from Qdrant.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✓ Context Evaluation (44 ms): Selected 4 relevant chunks.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✓ Response Generation (618 ms): Synthesized draft markdown response.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✓ Evidence Verification (85 ms): Confidence: 0.94, Verified: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SECURITY &amp; AUTH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Enterprise OAuth2 JWT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Security Layer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PBKDF2-HMAC-SHA256 password hashing.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OAuth2 Bearer access tokens.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Axios auto-token interceptors.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GET /auth/me profile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Data Isolation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User-scoped document inventory.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Strict row-level authorization.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Isolated document chunk vectors.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VALUE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Quantifiable Impact of Veritas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⚡ Rapid Answers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Seconds to query massive document libraries.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Automated extraction.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🛡️ Zero Hallucinations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Reflection agent checks.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Line-level citation proof.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Refusal fallback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🔓 Complete Privacy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Runs 100% offline via Ollama.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Local Docker containers.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No data leaves your server.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Milestones &amp; Platform 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Upcoming Platform Features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Phase 1 (Complete): 7 LangGraph Agents + Qdrant RAG + React 3-Panel Workspace.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Phase 2: Conversation Export (PDF/Markdown) &amp; Multi-Document Collection Filters.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Phase 3: RLHF Feedback Loop fine-tuning based on user Thumbs Up/Down signals.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Phase 4: Multi-tenant Enterprise Organization Workspaces with Role-Based Access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